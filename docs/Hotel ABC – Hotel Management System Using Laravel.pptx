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58" r:id="rId5"/>
    <p:sldId id="259" r:id="rId6"/>
    <p:sldId id="261" r:id="rId7"/>
    <p:sldId id="260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CDE4-3220-4FD6-8024-A676EE3058E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FE76-63A3-4AA6-A98B-25A7601C48B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CDE4-3220-4FD6-8024-A676EE3058E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FE76-63A3-4AA6-A98B-25A7601C48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CDE4-3220-4FD6-8024-A676EE3058E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FE76-63A3-4AA6-A98B-25A7601C48B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CDE4-3220-4FD6-8024-A676EE3058E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FE76-63A3-4AA6-A98B-25A7601C48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CDE4-3220-4FD6-8024-A676EE3058E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FE76-63A3-4AA6-A98B-25A7601C48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CDE4-3220-4FD6-8024-A676EE3058E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FE76-63A3-4AA6-A98B-25A7601C48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CDE4-3220-4FD6-8024-A676EE3058E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FE76-63A3-4AA6-A98B-25A7601C48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CDE4-3220-4FD6-8024-A676EE3058E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FE76-63A3-4AA6-A98B-25A7601C48B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E51FCDE4-3220-4FD6-8024-A676EE3058E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2150FE76-63A3-4AA6-A98B-25A7601C48B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CDE4-3220-4FD6-8024-A676EE3058E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FE76-63A3-4AA6-A98B-25A7601C48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CDE4-3220-4FD6-8024-A676EE3058E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FE76-63A3-4AA6-A98B-25A7601C48B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E51FCDE4-3220-4FD6-8024-A676EE3058E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2150FE76-63A3-4AA6-A98B-25A7601C48B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348" y="1285860"/>
            <a:ext cx="8077200" cy="167335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Hotel ABC – Hotel Management System Using </a:t>
            </a:r>
            <a:r>
              <a:rPr lang="en-US" dirty="0" err="1" smtClean="0"/>
              <a:t>Laravel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348" y="3286124"/>
            <a:ext cx="8077200" cy="1499616"/>
          </a:xfrm>
        </p:spPr>
        <p:txBody>
          <a:bodyPr/>
          <a:lstStyle/>
          <a:p>
            <a:r>
              <a:rPr lang="en-US" sz="2400" dirty="0" err="1" smtClean="0"/>
              <a:t>Kishan</a:t>
            </a:r>
            <a:r>
              <a:rPr lang="en-US" sz="2400" dirty="0" smtClean="0"/>
              <a:t> </a:t>
            </a:r>
            <a:r>
              <a:rPr lang="en-US" sz="2400" dirty="0" err="1" smtClean="0"/>
              <a:t>Arambhadiya</a:t>
            </a:r>
            <a:r>
              <a:rPr lang="en-US" sz="2400" dirty="0" smtClean="0"/>
              <a:t> (92300527142)</a:t>
            </a:r>
          </a:p>
          <a:p>
            <a:r>
              <a:rPr lang="en-US" sz="2400" dirty="0" err="1" smtClean="0"/>
              <a:t>Bhavy</a:t>
            </a:r>
            <a:r>
              <a:rPr lang="en-US" sz="2400" dirty="0" smtClean="0"/>
              <a:t> </a:t>
            </a:r>
            <a:r>
              <a:rPr lang="en-US" sz="2400" dirty="0" err="1" smtClean="0"/>
              <a:t>Atkotiya</a:t>
            </a:r>
            <a:r>
              <a:rPr lang="en-US" sz="2400" dirty="0" smtClean="0"/>
              <a:t> (92300527183)</a:t>
            </a:r>
          </a:p>
          <a:p>
            <a:r>
              <a:rPr lang="en-US" sz="2400" dirty="0" err="1" smtClean="0"/>
              <a:t>Uday</a:t>
            </a:r>
            <a:r>
              <a:rPr lang="en-US" sz="2400" dirty="0" smtClean="0"/>
              <a:t> </a:t>
            </a:r>
            <a:r>
              <a:rPr lang="en-US" sz="2400" dirty="0" err="1" smtClean="0"/>
              <a:t>Faliya</a:t>
            </a:r>
            <a:r>
              <a:rPr lang="en-US" sz="2400" dirty="0" smtClean="0"/>
              <a:t> (92300527083)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Objective: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Automate hotel operations</a:t>
            </a:r>
          </a:p>
          <a:p>
            <a:r>
              <a:rPr lang="en-US" dirty="0" smtClean="0"/>
              <a:t>Reduce paperwork</a:t>
            </a:r>
          </a:p>
          <a:p>
            <a:r>
              <a:rPr lang="en-US" dirty="0" smtClean="0"/>
              <a:t>Improve booking accuracy</a:t>
            </a:r>
          </a:p>
          <a:p>
            <a:r>
              <a:rPr lang="en-US" dirty="0" smtClean="0"/>
              <a:t>Provide user-friendly interface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Features: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Room booking</a:t>
            </a:r>
          </a:p>
          <a:p>
            <a:r>
              <a:rPr lang="en-US" dirty="0" smtClean="0"/>
              <a:t>Customer management</a:t>
            </a:r>
          </a:p>
          <a:p>
            <a:r>
              <a:rPr lang="en-US" dirty="0" smtClean="0"/>
              <a:t>Payment tracking</a:t>
            </a:r>
          </a:p>
          <a:p>
            <a:r>
              <a:rPr lang="en-US" dirty="0" smtClean="0"/>
              <a:t>Admin control panel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8404690" cy="978408"/>
          </a:xfrm>
        </p:spPr>
        <p:txBody>
          <a:bodyPr>
            <a:normAutofit fontScale="90000"/>
          </a:bodyPr>
          <a:lstStyle/>
          <a:p>
            <a:r>
              <a:rPr lang="en-US" sz="4500" b="1" dirty="0" smtClean="0"/>
              <a:t>Main</a:t>
            </a:r>
            <a:r>
              <a:rPr lang="en-US" dirty="0" smtClean="0"/>
              <a:t> </a:t>
            </a:r>
            <a:r>
              <a:rPr lang="en-US" sz="4500" b="1" dirty="0" smtClean="0"/>
              <a:t>Dashboard (User Home Screen)</a:t>
            </a:r>
          </a:p>
        </p:txBody>
      </p:sp>
      <p:pic>
        <p:nvPicPr>
          <p:cNvPr id="6" name="Content Placeholder 5" descr="WhatsApp Image 2026-01-24 at 7.22.37 PM (4).jpe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t="8571"/>
          <a:stretch>
            <a:fillRect/>
          </a:stretch>
        </p:blipFill>
        <p:spPr>
          <a:xfrm>
            <a:off x="3000364" y="1785926"/>
            <a:ext cx="5921375" cy="250033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546774" cy="4842254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   This </a:t>
            </a:r>
            <a:r>
              <a:rPr lang="en-US" dirty="0" smtClean="0"/>
              <a:t>is the </a:t>
            </a:r>
            <a:r>
              <a:rPr lang="en-US" b="1" dirty="0" smtClean="0"/>
              <a:t>homepage of the Hotel Management System</a:t>
            </a:r>
            <a:r>
              <a:rPr lang="en-US" dirty="0" smtClean="0"/>
              <a:t> developed using </a:t>
            </a:r>
            <a:r>
              <a:rPr lang="en-US" dirty="0" err="1" smtClean="0"/>
              <a:t>Laravel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 It </a:t>
            </a:r>
            <a:r>
              <a:rPr lang="en-US" dirty="0" smtClean="0"/>
              <a:t>provides </a:t>
            </a:r>
            <a:r>
              <a:rPr lang="en-US" b="1" dirty="0" smtClean="0"/>
              <a:t>easy navigation</a:t>
            </a:r>
            <a:r>
              <a:rPr lang="en-US" dirty="0" smtClean="0"/>
              <a:t> through menu options like Home, About, Properties, Gallery and Contact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 The </a:t>
            </a:r>
            <a:r>
              <a:rPr lang="en-US" b="1" dirty="0" smtClean="0"/>
              <a:t>banner section</a:t>
            </a:r>
            <a:r>
              <a:rPr lang="en-US" dirty="0" smtClean="0"/>
              <a:t> highlights hotel branding and attracts users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 The </a:t>
            </a:r>
            <a:r>
              <a:rPr lang="en-US" b="1" dirty="0" smtClean="0"/>
              <a:t>Book Now button</a:t>
            </a:r>
            <a:r>
              <a:rPr lang="en-US" dirty="0" smtClean="0"/>
              <a:t> allows customers to quickly start the room booking process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§"/>
            </a:pPr>
            <a:endParaRPr lang="en-US" dirty="0" smtClean="0"/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 This </a:t>
            </a:r>
            <a:r>
              <a:rPr lang="en-US" dirty="0" smtClean="0"/>
              <a:t>page improves </a:t>
            </a:r>
            <a:r>
              <a:rPr lang="en-US" b="1" dirty="0" smtClean="0"/>
              <a:t>user experience and accessibility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§"/>
            </a:pPr>
            <a:endParaRPr lang="en-US" dirty="0"/>
          </a:p>
        </p:txBody>
      </p:sp>
      <p:pic>
        <p:nvPicPr>
          <p:cNvPr id="7" name="Picture 6" descr="WhatsApp Image 2026-01-24 at 7.22.37 PM (5).jpeg"/>
          <p:cNvPicPr>
            <a:picLocks noChangeAspect="1"/>
          </p:cNvPicPr>
          <p:nvPr/>
        </p:nvPicPr>
        <p:blipFill>
          <a:blip r:embed="rId3" cstate="print"/>
          <a:srcRect t="8333"/>
          <a:stretch>
            <a:fillRect/>
          </a:stretch>
        </p:blipFill>
        <p:spPr>
          <a:xfrm>
            <a:off x="3000364" y="4286256"/>
            <a:ext cx="5929354" cy="221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Problem Statement &amp; Need of System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14282" y="1643050"/>
            <a:ext cx="821537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ea typeface="+mj-ea"/>
                <a:cs typeface="+mj-cs"/>
              </a:rPr>
              <a:t>Problems in Manual System: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 Booking errors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 Data redundancy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 Time-consuming process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 Poor record management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929058" y="4286256"/>
            <a:ext cx="500066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ea typeface="+mj-ea"/>
                <a:cs typeface="+mj-cs"/>
              </a:rPr>
              <a:t>Need of Digital System: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Faster operations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Secure data storage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Easy report generation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Better customer experience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2298006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Backend:</a:t>
            </a:r>
          </a:p>
          <a:p>
            <a:r>
              <a:rPr lang="en-US" dirty="0" smtClean="0"/>
              <a:t>PHP 8.x</a:t>
            </a:r>
          </a:p>
          <a:p>
            <a:r>
              <a:rPr lang="en-US" dirty="0" err="1" smtClean="0"/>
              <a:t>Laravel</a:t>
            </a:r>
            <a:r>
              <a:rPr lang="en-US" dirty="0" smtClean="0"/>
              <a:t> 10 Framework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7752" y="1785926"/>
            <a:ext cx="4038600" cy="2655196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Frontend:</a:t>
            </a:r>
          </a:p>
          <a:p>
            <a:r>
              <a:rPr lang="en-US" dirty="0" smtClean="0"/>
              <a:t>HTML</a:t>
            </a:r>
          </a:p>
          <a:p>
            <a:r>
              <a:rPr lang="en-US" dirty="0" smtClean="0"/>
              <a:t>CSS</a:t>
            </a:r>
          </a:p>
          <a:p>
            <a:r>
              <a:rPr lang="en-US" dirty="0" smtClean="0"/>
              <a:t>PHP</a:t>
            </a:r>
            <a:endParaRPr lang="en-US" dirty="0" smtClean="0"/>
          </a:p>
          <a:p>
            <a:r>
              <a:rPr lang="en-US" dirty="0" smtClean="0"/>
              <a:t>JavaScript</a:t>
            </a:r>
          </a:p>
          <a:p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71472" y="3714752"/>
            <a:ext cx="4038600" cy="2298006"/>
          </a:xfrm>
          <a:prstGeom prst="rect">
            <a:avLst/>
          </a:prstGeom>
        </p:spPr>
        <p:txBody>
          <a:bodyPr vert="horz" lIns="91440" tIns="91440" rtlCol="0">
            <a:normAutofit/>
          </a:bodyPr>
          <a:lstStyle/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en-US" sz="2800" b="1" dirty="0" smtClean="0"/>
              <a:t>Tools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VS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code</a:t>
            </a: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lang="en-US" sz="2800" baseline="0" dirty="0" smtClean="0"/>
              <a:t>XAMPP</a:t>
            </a:r>
            <a:r>
              <a:rPr lang="en-US" sz="2800" dirty="0" smtClean="0"/>
              <a:t> Server</a:t>
            </a: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Composer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lang="en-US" sz="2800" baseline="0" dirty="0" err="1" smtClean="0"/>
              <a:t>Git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643438" y="4929198"/>
            <a:ext cx="4038600" cy="2298006"/>
          </a:xfrm>
          <a:prstGeom prst="rect">
            <a:avLst/>
          </a:prstGeom>
        </p:spPr>
        <p:txBody>
          <a:bodyPr vert="horz" lIns="91440" tIns="91440" rtlCol="0">
            <a:normAutofit/>
          </a:bodyPr>
          <a:lstStyle/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</a:t>
            </a:r>
            <a:r>
              <a:rPr lang="en-US" sz="2800" b="1" baseline="0" dirty="0" smtClean="0"/>
              <a:t>base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lang="en-US" sz="2800" dirty="0" err="1" smtClean="0"/>
              <a:t>MySQL</a:t>
            </a:r>
            <a:endParaRPr kumimoji="0" lang="en-US" sz="28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Modules of System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28596" y="2928934"/>
            <a:ext cx="3786214" cy="2000264"/>
          </a:xfrm>
          <a:prstGeom prst="rect">
            <a:avLst/>
          </a:prstGeom>
        </p:spPr>
        <p:txBody>
          <a:bodyPr vert="horz" lIns="146304" tIns="0" rIns="45720" bIns="0" rtlCol="0" anchor="t">
            <a:normAutofit/>
          </a:bodyPr>
          <a:lstStyle/>
          <a:p>
            <a:pPr lvl="0">
              <a:buClr>
                <a:schemeClr val="accent1"/>
              </a:buClr>
              <a:buSzPct val="80000"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Admit</a:t>
            </a:r>
            <a:r>
              <a:rPr kumimoji="0" 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Module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Manage rooms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View bookings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Manage users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Generate reports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643438" y="2928934"/>
            <a:ext cx="3786214" cy="2000264"/>
          </a:xfrm>
          <a:prstGeom prst="rect">
            <a:avLst/>
          </a:prstGeom>
        </p:spPr>
        <p:txBody>
          <a:bodyPr vert="horz" lIns="146304" tIns="0" rIns="45720" bIns="0" rtlCol="0" anchor="t">
            <a:normAutofit/>
          </a:bodyPr>
          <a:lstStyle/>
          <a:p>
            <a:pPr lvl="0">
              <a:buClr>
                <a:schemeClr val="accent1"/>
              </a:buClr>
              <a:buSzPct val="80000"/>
            </a:pPr>
            <a:r>
              <a:rPr lang="en-US" sz="20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User Module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 Registration &amp; login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 Search rooms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 Book rooms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Generate reports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View booking history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28596" y="4857736"/>
            <a:ext cx="3786214" cy="2000264"/>
          </a:xfrm>
          <a:prstGeom prst="rect">
            <a:avLst/>
          </a:prstGeom>
        </p:spPr>
        <p:txBody>
          <a:bodyPr vert="horz" lIns="146304" tIns="0" rIns="45720" bIns="0" rtlCol="0" anchor="t">
            <a:normAutofit/>
          </a:bodyPr>
          <a:lstStyle/>
          <a:p>
            <a:pPr lvl="0">
              <a:buClr>
                <a:schemeClr val="accent1"/>
              </a:buClr>
              <a:buSzPct val="80000"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Booking</a:t>
            </a:r>
            <a:r>
              <a:rPr kumimoji="0" 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Module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 Real-time availability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 Booking confirmation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 Cancellation feature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643438" y="5286388"/>
            <a:ext cx="3786214" cy="2000264"/>
          </a:xfrm>
          <a:prstGeom prst="rect">
            <a:avLst/>
          </a:prstGeom>
        </p:spPr>
        <p:txBody>
          <a:bodyPr vert="horz" lIns="146304" tIns="0" rIns="45720" bIns="0" rtlCol="0" anchor="t">
            <a:normAutofit/>
          </a:bodyPr>
          <a:lstStyle/>
          <a:p>
            <a:pPr lvl="0">
              <a:buClr>
                <a:schemeClr val="accent1"/>
              </a:buClr>
              <a:buSzPct val="80000"/>
            </a:pPr>
            <a:r>
              <a:rPr lang="en-US" sz="20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Payment Module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 Payment processing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 Invoice generation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  Payment history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4282" y="1928802"/>
            <a:ext cx="5043494" cy="1357322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Model:</a:t>
            </a:r>
            <a:endParaRPr lang="en-US" b="1" dirty="0" smtClean="0"/>
          </a:p>
          <a:p>
            <a:r>
              <a:rPr lang="en-US" dirty="0" smtClean="0"/>
              <a:t>Handles database operations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7158" y="3429000"/>
            <a:ext cx="4038600" cy="1214446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View:</a:t>
            </a:r>
            <a:endParaRPr lang="en-US" b="1" dirty="0" smtClean="0"/>
          </a:p>
          <a:p>
            <a:r>
              <a:rPr lang="en-US" dirty="0" smtClean="0"/>
              <a:t>Displays user interface</a:t>
            </a:r>
          </a:p>
          <a:p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85720" y="5072074"/>
            <a:ext cx="4572032" cy="1214446"/>
          </a:xfrm>
          <a:prstGeom prst="rect">
            <a:avLst/>
          </a:prstGeom>
        </p:spPr>
        <p:txBody>
          <a:bodyPr vert="horz" lIns="91440" tIns="91440" rtlCol="0">
            <a:normAutofit/>
          </a:bodyPr>
          <a:lstStyle/>
          <a:p>
            <a:pPr marL="438912" lvl="0" indent="-320040">
              <a:buClr>
                <a:schemeClr val="accent1"/>
              </a:buClr>
              <a:buSzPct val="80000"/>
            </a:pP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Controller:</a:t>
            </a:r>
          </a:p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n-US" sz="2800" dirty="0" smtClean="0"/>
              <a:t>Manages business logic</a:t>
            </a:r>
            <a:endParaRPr kumimoji="0" lang="en-US" sz="28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714876" y="3429000"/>
            <a:ext cx="4038600" cy="2298006"/>
          </a:xfrm>
          <a:prstGeom prst="rect">
            <a:avLst/>
          </a:prstGeom>
        </p:spPr>
        <p:txBody>
          <a:bodyPr vert="horz" lIns="91440" tIns="91440" rtlCol="0">
            <a:normAutofit/>
          </a:bodyPr>
          <a:lstStyle/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en-US" sz="2800" b="1" dirty="0" smtClean="0"/>
              <a:t>Benefits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n-US" sz="2800" dirty="0" smtClean="0"/>
              <a:t>Clean code structure</a:t>
            </a:r>
          </a:p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n-US" sz="2800" dirty="0" smtClean="0"/>
              <a:t>Easy maintenance</a:t>
            </a:r>
          </a:p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n-US" sz="2800" dirty="0" smtClean="0"/>
              <a:t>Better scalability</a:t>
            </a:r>
            <a:endParaRPr kumimoji="0" lang="en-US" sz="2800" b="0" i="0" u="none" strike="noStrike" kern="120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38" y="1571612"/>
            <a:ext cx="4038600" cy="2940948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Main Tables:</a:t>
            </a:r>
          </a:p>
          <a:p>
            <a:r>
              <a:rPr lang="en-US" dirty="0" smtClean="0"/>
              <a:t>Users</a:t>
            </a:r>
          </a:p>
          <a:p>
            <a:r>
              <a:rPr lang="en-US" dirty="0" smtClean="0"/>
              <a:t>Rooms</a:t>
            </a:r>
          </a:p>
          <a:p>
            <a:r>
              <a:rPr lang="en-US" dirty="0" smtClean="0"/>
              <a:t>Bookings</a:t>
            </a:r>
          </a:p>
          <a:p>
            <a:r>
              <a:rPr lang="en-US" dirty="0" smtClean="0"/>
              <a:t>Payments</a:t>
            </a:r>
          </a:p>
          <a:p>
            <a:r>
              <a:rPr lang="en-US" dirty="0" smtClean="0"/>
              <a:t>Admin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720" y="1714488"/>
            <a:ext cx="4038600" cy="2369444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Advantage:</a:t>
            </a:r>
          </a:p>
          <a:p>
            <a:r>
              <a:rPr lang="en-US" dirty="0" smtClean="0"/>
              <a:t>Organized data</a:t>
            </a:r>
          </a:p>
          <a:p>
            <a:r>
              <a:rPr lang="en-US" dirty="0" smtClean="0"/>
              <a:t>Faster retrieval</a:t>
            </a:r>
          </a:p>
          <a:p>
            <a:r>
              <a:rPr lang="en-US" dirty="0" smtClean="0"/>
              <a:t>Data consistency</a:t>
            </a:r>
            <a:endParaRPr lang="en-US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357158" y="4071942"/>
            <a:ext cx="5500726" cy="2369444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en-US" sz="2800" b="1" dirty="0" smtClean="0"/>
              <a:t>Relationship</a:t>
            </a:r>
            <a:r>
              <a:rPr kumimoji="0" 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n-US" sz="2800" dirty="0" smtClean="0"/>
              <a:t>One user → Multiple bookings</a:t>
            </a:r>
          </a:p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n-US" sz="2800" dirty="0" smtClean="0"/>
              <a:t>One room → Many reservations</a:t>
            </a:r>
          </a:p>
          <a:p>
            <a:pPr marL="438912" lvl="0" indent="-320040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n-US" sz="2800" dirty="0" smtClean="0"/>
              <a:t>Each booking → One payment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Screens &amp; Interface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Main Screens: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Login Page</a:t>
            </a:r>
          </a:p>
          <a:p>
            <a:r>
              <a:rPr lang="en-US" dirty="0" smtClean="0"/>
              <a:t>Registration Page</a:t>
            </a:r>
          </a:p>
          <a:p>
            <a:r>
              <a:rPr lang="en-US" dirty="0" smtClean="0"/>
              <a:t>Dashboard</a:t>
            </a:r>
          </a:p>
          <a:p>
            <a:r>
              <a:rPr lang="en-US" dirty="0" smtClean="0"/>
              <a:t>Room Listing Page</a:t>
            </a:r>
          </a:p>
          <a:p>
            <a:r>
              <a:rPr lang="en-US" dirty="0" smtClean="0"/>
              <a:t>Booking Form</a:t>
            </a:r>
          </a:p>
          <a:p>
            <a:r>
              <a:rPr lang="en-US" dirty="0" smtClean="0"/>
              <a:t>Payment Page</a:t>
            </a:r>
          </a:p>
          <a:p>
            <a:r>
              <a:rPr lang="en-US" dirty="0" smtClean="0"/>
              <a:t>Admin Panel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UI Features: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Simple layout</a:t>
            </a:r>
          </a:p>
          <a:p>
            <a:r>
              <a:rPr lang="en-US" dirty="0" smtClean="0"/>
              <a:t>Responsive design</a:t>
            </a:r>
          </a:p>
          <a:p>
            <a:r>
              <a:rPr lang="en-US" dirty="0" smtClean="0"/>
              <a:t>Easy navigation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Laravel</a:t>
            </a:r>
            <a:r>
              <a:rPr lang="en-US" dirty="0" smtClean="0"/>
              <a:t> MVC architecture</a:t>
            </a:r>
          </a:p>
          <a:p>
            <a:r>
              <a:rPr lang="en-US" dirty="0" smtClean="0"/>
              <a:t>CRUD operations</a:t>
            </a:r>
          </a:p>
          <a:p>
            <a:r>
              <a:rPr lang="en-US" dirty="0" smtClean="0"/>
              <a:t>Database relationships</a:t>
            </a:r>
          </a:p>
          <a:p>
            <a:r>
              <a:rPr lang="en-US" dirty="0" smtClean="0"/>
              <a:t>Authentication &amp; authorization</a:t>
            </a:r>
          </a:p>
          <a:p>
            <a:r>
              <a:rPr lang="en-US" dirty="0" smtClean="0"/>
              <a:t>Backend &amp; frontend integration</a:t>
            </a:r>
          </a:p>
          <a:p>
            <a:r>
              <a:rPr lang="en-US" dirty="0" smtClean="0"/>
              <a:t>Debugging techniques</a:t>
            </a:r>
          </a:p>
          <a:p>
            <a:r>
              <a:rPr lang="en-US" dirty="0" smtClean="0"/>
              <a:t>Team collaboration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&amp; Future Scope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Conclusion: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Successfully developed hotel management system</a:t>
            </a:r>
          </a:p>
          <a:p>
            <a:r>
              <a:rPr lang="en-US" dirty="0" smtClean="0"/>
              <a:t>Reduced manual work</a:t>
            </a:r>
          </a:p>
          <a:p>
            <a:r>
              <a:rPr lang="en-US" dirty="0" smtClean="0"/>
              <a:t>Improved efficiency</a:t>
            </a:r>
          </a:p>
          <a:p>
            <a:r>
              <a:rPr lang="en-US" dirty="0" smtClean="0"/>
              <a:t>Secure and scalable application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Future Enhancements: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Online payment gateway</a:t>
            </a:r>
          </a:p>
          <a:p>
            <a:r>
              <a:rPr lang="en-US" dirty="0" smtClean="0"/>
              <a:t>Mobile application integration</a:t>
            </a:r>
          </a:p>
          <a:p>
            <a:r>
              <a:rPr lang="en-US" dirty="0" smtClean="0"/>
              <a:t>SMS &amp; Email notifications</a:t>
            </a:r>
          </a:p>
          <a:p>
            <a:r>
              <a:rPr lang="en-US" dirty="0" smtClean="0"/>
              <a:t>Advanced reporting dashboard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122</TotalTime>
  <Words>399</Words>
  <Application>Microsoft Office PowerPoint</Application>
  <PresentationFormat>On-screen Show (4:3)</PresentationFormat>
  <Paragraphs>130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Module</vt:lpstr>
      <vt:lpstr>Hotel ABC – Hotel Management System Using Laravel</vt:lpstr>
      <vt:lpstr>Project Overview </vt:lpstr>
      <vt:lpstr>Main Dashboard (User Home Screen)</vt:lpstr>
      <vt:lpstr>Problem Statement &amp; Need of System</vt:lpstr>
      <vt:lpstr>Technology Used</vt:lpstr>
      <vt:lpstr>Modules of System</vt:lpstr>
      <vt:lpstr>System Architecture</vt:lpstr>
      <vt:lpstr>Database Design</vt:lpstr>
      <vt:lpstr>System Screens &amp; Interface</vt:lpstr>
      <vt:lpstr>Learning Outcomes</vt:lpstr>
      <vt:lpstr>Conclusion &amp; Future Scope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BHARGAV</dc:creator>
  <cp:lastModifiedBy>BHARGAV</cp:lastModifiedBy>
  <cp:revision>13</cp:revision>
  <dcterms:created xsi:type="dcterms:W3CDTF">2026-01-24T15:43:40Z</dcterms:created>
  <dcterms:modified xsi:type="dcterms:W3CDTF">2026-01-24T17:46:35Z</dcterms:modified>
</cp:coreProperties>
</file>